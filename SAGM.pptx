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1" r:id="rId2"/>
    <p:sldId id="262" r:id="rId3"/>
    <p:sldId id="257" r:id="rId4"/>
    <p:sldId id="266" r:id="rId5"/>
    <p:sldId id="263" r:id="rId6"/>
    <p:sldId id="265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D00"/>
    <a:srgbClr val="FFB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852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1CC2-F611-4804-B54B-022BD3A72DE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97422B-1684-450A-870B-BF524DFBEAA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034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95087-ACFD-3781-2D11-3F01C3FF8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987C31-B65E-6535-5BD6-59D0069D2D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D76C5-05FF-4897-BDE9-07EA25FFF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4BC12-63D2-448A-B3B2-42DFD6961792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FDB2A-E09D-3BEF-EDFB-5C4BF0705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C07F6-B9C9-4222-76FB-3D6E4B15B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D0E6-76F4-4C79-BDAB-E751C35221F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417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41ABF-55E8-81F4-FF10-E0C239967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F5377-6161-8529-F633-27FF823FC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6B53C-79BF-F440-58CD-C758EE75D0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7B30F97-193F-472E-870D-F04C5B9DA5FB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C1915-C21F-960F-3913-182D85CE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27364-6B70-4946-C32F-E975B12F3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49"/>
            <a:ext cx="2743200" cy="365125"/>
          </a:xfrm>
        </p:spPr>
        <p:txBody>
          <a:bodyPr/>
          <a:lstStyle>
            <a:lvl1pPr algn="ctr">
              <a:defRPr/>
            </a:lvl1pPr>
          </a:lstStyle>
          <a:p>
            <a:fld id="{0DD1D0E6-76F4-4C79-BDAB-E751C35221FD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19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1C5B2-B4AC-9F3C-5F47-0CB81A606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35827B-484F-F13A-9063-5AA1FDF03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76F1B-69BB-EC68-23FD-7937F4D7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26E18-504F-4A5B-85FE-498A8F3DA6D6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1F297-F0D6-3725-5F45-B4DB5230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4475D-6495-8146-0819-045AC078F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D0E6-76F4-4C79-BDAB-E751C35221F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117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182C2-7D58-3ADD-B4D1-E63F1CA3C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A4F54-0E24-E7BE-99C0-1E4F9FCBC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399F11-2DBD-1421-14DC-1B4438A5A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1F40F0-442C-4109-4054-26834955E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26C9F-4C4B-443C-A2FD-DE7507CFFC7A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42ADE-102B-25B7-D600-DD9E4DE30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C88A7-3C1E-3274-A52C-767278895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D0E6-76F4-4C79-BDAB-E751C35221F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68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9B83F-2C44-EA40-CCB8-7E3E6DC24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31D5C-B555-8B82-DD8B-23E9F31EC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7C891C-2CB4-8FCE-E5D9-5B94690A8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67CA6C-0A47-9CD1-6AA5-C7DD6A7E5A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99B07E-509C-1A63-52E7-4C99298583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C50FEF-6F6E-E014-E3BF-F4AA7EEB3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03F5F-3DB3-4819-B57C-FCFF5A274BA5}" type="datetime1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A98AE6-C81C-0311-2A2C-20BE2A499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043309-1321-6985-2457-F8547ECDD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D0E6-76F4-4C79-BDAB-E751C35221F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275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D8564-1375-7FBA-4B42-4949A6B48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1F8AB3-2C13-5F7E-C496-5E10907EB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99F17-7C13-49F3-9D3E-6935BEAF71AA}" type="datetime1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A44F5-8566-3A1D-ADE9-C2F401B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EF547-E101-DC32-48DC-5EBF1304C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D0E6-76F4-4C79-BDAB-E751C35221F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19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45BF61-B1F6-4BC5-3143-E24EC71C7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BD42D-1694-42DE-B133-F78C47E35770}" type="datetime1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7B3EB1-8995-FAF7-4B1E-7206DCF1F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FD92B-15F1-F723-3EDA-C94A00978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D0E6-76F4-4C79-BDAB-E751C35221F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014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AD566-CF87-070D-C279-AB7D079C3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A2504-8C86-8780-83E4-A12D5336F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A197A6-1581-16A0-CC4E-B034D4B6D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DE1BE-40D2-C82D-BD91-27B903BC5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E5B3E-3D63-4619-9A6F-3EE72937B0A7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D5CBC-8B93-E9F3-4FBC-8D827CA9E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B28084-FF26-9E86-2D43-2E69A1B2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D0E6-76F4-4C79-BDAB-E751C35221F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937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4A3CE-4F0E-B61F-FB39-BB5D616E6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EEB5C7-8096-9FBE-C531-950D5427D5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E4F329-302B-F141-C98B-4F44E3271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4160D-3BDB-2CE2-4E07-7AE2DC74A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71F3C-68C7-43B5-AE46-6E0AC7D9EED6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1BAB1-5215-35B8-DE48-B18438050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015ED-5762-C8E2-58E8-984C33117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D0E6-76F4-4C79-BDAB-E751C35221F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228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2CFD3-58CB-7F97-B3A5-D9DC5F6DE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6A19FA-2B00-97F8-BF85-5F3BE078B0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93F2A-4D8F-2DB5-05F0-17E4FFB1F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34D17-DDE2-4C88-93E4-E813399140E6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BB2AA-C2ED-CF41-5E0B-17B7B173A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BCABD-D9DB-4EF7-AF1C-071206D38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D0E6-76F4-4C79-BDAB-E751C35221F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02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9C9067-78DA-C104-4880-B8D0C23AFF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AE68D5-C8F9-F570-854E-5D001DFA8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4BFEA-3BAA-00CE-7D65-DFC1872CD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A38BC-842E-45CE-BCF8-E1CBC20C614C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5E24F-F2ED-08D5-0579-39D5AB70D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ABF10-5EBB-8961-6E8C-E5E7DF8DA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D0E6-76F4-4C79-BDAB-E751C35221F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728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DE4781-D902-80C2-3821-86FE2F899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20B72-9D82-D7C1-266B-2C86E44E4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237FF-9AF8-32D8-153F-03782CBCC6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EACEF-8001-4EB6-85BC-AD185BCDEF76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6CC03-9DC4-A32A-6C98-A9BB2BEC14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885C0-3C9E-01BF-6B80-69CF810EC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1D0E6-76F4-4C79-BDAB-E751C35221F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22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13974A-8F86-E738-3B6B-3DA545C95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D0E6-76F4-4C79-BDAB-E751C35221F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417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1628775" y="3095625"/>
            <a:ext cx="621982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400" b="1" dirty="0"/>
              <a:t>Sistema Administrativo</a:t>
            </a:r>
          </a:p>
          <a:p>
            <a:r>
              <a:rPr lang="es-MX" sz="4400" b="1" dirty="0"/>
              <a:t>Y de Gestión de Mecanizado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7520CC-5C6E-81D4-F36C-1040B864E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D0E6-76F4-4C79-BDAB-E751C35221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81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874ECD9F-24E9-CE8C-A897-E1675CE3E194}"/>
              </a:ext>
            </a:extLst>
          </p:cNvPr>
          <p:cNvSpPr txBox="1"/>
          <p:nvPr/>
        </p:nvSpPr>
        <p:spPr>
          <a:xfrm>
            <a:off x="5476874" y="379095"/>
            <a:ext cx="5781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000" b="1" dirty="0"/>
              <a:t>Arquitectura del sistema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73FB27A-7EEF-9E92-2927-FD9E895BD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D0E6-76F4-4C79-BDAB-E751C35221FD}" type="slidenum">
              <a:rPr lang="en-US" smtClean="0"/>
              <a:t>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293687-12B5-CAD8-7A24-7FC39A0BF629}"/>
              </a:ext>
            </a:extLst>
          </p:cNvPr>
          <p:cNvSpPr txBox="1"/>
          <p:nvPr/>
        </p:nvSpPr>
        <p:spPr>
          <a:xfrm>
            <a:off x="1757680" y="2418080"/>
            <a:ext cx="7934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La filosofía de trabajo usada para el desarrollo de la aplicación y Base de Datos es:</a:t>
            </a:r>
          </a:p>
          <a:p>
            <a:r>
              <a:rPr lang="es-MX" b="1" dirty="0" err="1"/>
              <a:t>Entity</a:t>
            </a:r>
            <a:r>
              <a:rPr lang="es-MX" b="1" dirty="0"/>
              <a:t> Framework</a:t>
            </a:r>
          </a:p>
          <a:p>
            <a:r>
              <a:rPr lang="es-MX" b="1" dirty="0" err="1"/>
              <a:t>Code</a:t>
            </a:r>
            <a:r>
              <a:rPr lang="es-MX" b="1" dirty="0"/>
              <a:t> </a:t>
            </a:r>
            <a:r>
              <a:rPr lang="es-MX" b="1" dirty="0" err="1"/>
              <a:t>First</a:t>
            </a:r>
            <a:r>
              <a:rPr lang="es-MX" b="1" dirty="0"/>
              <a:t> – </a:t>
            </a:r>
            <a:r>
              <a:rPr lang="es-MX" b="1" dirty="0" err="1"/>
              <a:t>NetCore</a:t>
            </a:r>
            <a:r>
              <a:rPr lang="es-MX" b="1" dirty="0"/>
              <a:t> 6 – MVC –SQL Server – C#</a:t>
            </a:r>
          </a:p>
          <a:p>
            <a:r>
              <a:rPr lang="es-MX" b="1" dirty="0" err="1"/>
              <a:t>Despues</a:t>
            </a:r>
            <a:r>
              <a:rPr lang="es-MX" b="1" dirty="0"/>
              <a:t> migrada hasta .NET 9.0</a:t>
            </a:r>
            <a:endParaRPr lang="en-US" b="1" dirty="0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AD1E8E04-5D8D-E450-C36F-065C1F596790}"/>
              </a:ext>
            </a:extLst>
          </p:cNvPr>
          <p:cNvSpPr/>
          <p:nvPr/>
        </p:nvSpPr>
        <p:spPr>
          <a:xfrm>
            <a:off x="8367394" y="3862027"/>
            <a:ext cx="1016000" cy="1300480"/>
          </a:xfrm>
          <a:prstGeom prst="can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DB</a:t>
            </a:r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48E5CA0-FF1E-7257-5429-652D8C05808B}"/>
              </a:ext>
            </a:extLst>
          </p:cNvPr>
          <p:cNvGrpSpPr/>
          <p:nvPr/>
        </p:nvGrpSpPr>
        <p:grpSpPr>
          <a:xfrm>
            <a:off x="4805137" y="3862027"/>
            <a:ext cx="1601787" cy="1300480"/>
            <a:chOff x="3748497" y="3729947"/>
            <a:chExt cx="1601787" cy="130048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D3F96A0-E2A2-62A8-0395-2D6716CE47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48497" y="3729947"/>
              <a:ext cx="1382804" cy="1065573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6DCBAD0-5DAA-C94D-C6AD-54FD54C6E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7480" y="3964854"/>
              <a:ext cx="1382804" cy="1065573"/>
            </a:xfrm>
            <a:prstGeom prst="rect">
              <a:avLst/>
            </a:prstGeom>
          </p:spPr>
        </p:pic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E65F9C48-F70A-0BA2-1713-8D3468AE624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100"/>
          <a:stretch/>
        </p:blipFill>
        <p:spPr>
          <a:xfrm>
            <a:off x="1098493" y="3892419"/>
            <a:ext cx="2222614" cy="1138008"/>
          </a:xfrm>
          <a:prstGeom prst="rect">
            <a:avLst/>
          </a:prstGeom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846988F3-22BF-B9A2-6C95-297592C9979A}"/>
              </a:ext>
            </a:extLst>
          </p:cNvPr>
          <p:cNvSpPr/>
          <p:nvPr/>
        </p:nvSpPr>
        <p:spPr>
          <a:xfrm>
            <a:off x="3708400" y="4380187"/>
            <a:ext cx="518160" cy="242613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7A5B6C5F-2951-A853-E93C-E9883389476E}"/>
              </a:ext>
            </a:extLst>
          </p:cNvPr>
          <p:cNvSpPr/>
          <p:nvPr/>
        </p:nvSpPr>
        <p:spPr>
          <a:xfrm>
            <a:off x="7153811" y="4411280"/>
            <a:ext cx="518160" cy="242613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898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2A2F4E-C1EA-28B7-25FA-9CB01482A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FFA66B31-4D76-6104-42D3-D9F5025768D6}"/>
              </a:ext>
            </a:extLst>
          </p:cNvPr>
          <p:cNvSpPr/>
          <p:nvPr/>
        </p:nvSpPr>
        <p:spPr>
          <a:xfrm>
            <a:off x="1023034" y="2962284"/>
            <a:ext cx="7282765" cy="3692488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5AE02399-AC37-1B43-6520-2D8FEE42C7FE}"/>
              </a:ext>
            </a:extLst>
          </p:cNvPr>
          <p:cNvSpPr txBox="1"/>
          <p:nvPr/>
        </p:nvSpPr>
        <p:spPr>
          <a:xfrm>
            <a:off x="5476874" y="379095"/>
            <a:ext cx="5781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000" b="1" dirty="0"/>
              <a:t>Arquitectura del sistema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98DAAD0-D780-7288-261E-086CEA92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D0E6-76F4-4C79-BDAB-E751C35221FD}" type="slidenum">
              <a:rPr lang="en-US" smtClean="0"/>
              <a:t>4</a:t>
            </a:fld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4ED229A-F145-B17B-4B53-BA21C45E4786}"/>
              </a:ext>
            </a:extLst>
          </p:cNvPr>
          <p:cNvSpPr txBox="1"/>
          <p:nvPr/>
        </p:nvSpPr>
        <p:spPr>
          <a:xfrm>
            <a:off x="356616" y="2176272"/>
            <a:ext cx="1112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El sistema está basado en el ciclo de vida de un negocio, desde la prospección, venta, operación y </a:t>
            </a:r>
            <a:r>
              <a:rPr lang="es-MX" dirty="0" err="1"/>
              <a:t>admininstración</a:t>
            </a:r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A4BEDFA-E6EE-3F9C-EB70-1F38B7E373A0}"/>
              </a:ext>
            </a:extLst>
          </p:cNvPr>
          <p:cNvSpPr txBox="1"/>
          <p:nvPr/>
        </p:nvSpPr>
        <p:spPr>
          <a:xfrm rot="16200000">
            <a:off x="2828466" y="3804171"/>
            <a:ext cx="12636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Cotización</a:t>
            </a:r>
            <a:endParaRPr lang="en-U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68CBF72-D0D7-307B-78E6-30285C15A99C}"/>
              </a:ext>
            </a:extLst>
          </p:cNvPr>
          <p:cNvSpPr txBox="1"/>
          <p:nvPr/>
        </p:nvSpPr>
        <p:spPr>
          <a:xfrm rot="16200000">
            <a:off x="3317671" y="3868859"/>
            <a:ext cx="6784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OT</a:t>
            </a:r>
            <a:endParaRPr lang="en-US" sz="1200" dirty="0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CA923310-D2C5-7DB0-179A-02D7DFBEF6F9}"/>
              </a:ext>
            </a:extLst>
          </p:cNvPr>
          <p:cNvSpPr/>
          <p:nvPr/>
        </p:nvSpPr>
        <p:spPr>
          <a:xfrm>
            <a:off x="3822192" y="4489552"/>
            <a:ext cx="2139695" cy="20574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BE594F7-28BC-59A7-478C-C7CE293ED74C}"/>
              </a:ext>
            </a:extLst>
          </p:cNvPr>
          <p:cNvSpPr txBox="1"/>
          <p:nvPr/>
        </p:nvSpPr>
        <p:spPr>
          <a:xfrm>
            <a:off x="4264151" y="5540300"/>
            <a:ext cx="1938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Administración</a:t>
            </a:r>
            <a:endParaRPr lang="en-US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F5C4DD0-34D9-7AD2-2CBF-90C2D108D257}"/>
              </a:ext>
            </a:extLst>
          </p:cNvPr>
          <p:cNvSpPr txBox="1"/>
          <p:nvPr/>
        </p:nvSpPr>
        <p:spPr>
          <a:xfrm>
            <a:off x="4429423" y="4684967"/>
            <a:ext cx="502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OC</a:t>
            </a:r>
            <a:endParaRPr lang="en-US" sz="12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EC0DCC0-C139-467B-98D2-7C4F6B9CA574}"/>
              </a:ext>
            </a:extLst>
          </p:cNvPr>
          <p:cNvSpPr txBox="1"/>
          <p:nvPr/>
        </p:nvSpPr>
        <p:spPr>
          <a:xfrm rot="16200000">
            <a:off x="4523035" y="3645782"/>
            <a:ext cx="1289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Facturas</a:t>
            </a:r>
            <a:endParaRPr lang="en-US" sz="1200" dirty="0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9C9B869B-3552-AA9D-2D49-C0C216FBAA7C}"/>
              </a:ext>
            </a:extLst>
          </p:cNvPr>
          <p:cNvSpPr/>
          <p:nvPr/>
        </p:nvSpPr>
        <p:spPr>
          <a:xfrm>
            <a:off x="1885851" y="3163693"/>
            <a:ext cx="1964220" cy="1950185"/>
          </a:xfrm>
          <a:prstGeom prst="ellipse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8CE6581-3788-53BE-0030-9E30A73FD35C}"/>
              </a:ext>
            </a:extLst>
          </p:cNvPr>
          <p:cNvSpPr txBox="1"/>
          <p:nvPr/>
        </p:nvSpPr>
        <p:spPr>
          <a:xfrm>
            <a:off x="2301896" y="4007727"/>
            <a:ext cx="1132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Ventas</a:t>
            </a:r>
            <a:endParaRPr lang="en-US" dirty="0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6C4D5A14-BD7E-5F2B-F1E5-CD68913E5D73}"/>
              </a:ext>
            </a:extLst>
          </p:cNvPr>
          <p:cNvSpPr/>
          <p:nvPr/>
        </p:nvSpPr>
        <p:spPr>
          <a:xfrm>
            <a:off x="3341967" y="3163693"/>
            <a:ext cx="1964220" cy="1950185"/>
          </a:xfrm>
          <a:prstGeom prst="ellipse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CC57068E-67C7-56BA-C2A5-117A0627BC5A}"/>
              </a:ext>
            </a:extLst>
          </p:cNvPr>
          <p:cNvSpPr txBox="1"/>
          <p:nvPr/>
        </p:nvSpPr>
        <p:spPr>
          <a:xfrm>
            <a:off x="3828655" y="3834850"/>
            <a:ext cx="125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Operación</a:t>
            </a:r>
            <a:endParaRPr lang="en-US" dirty="0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C950F7A8-7C30-4163-11CD-8ACAE6ECC312}"/>
              </a:ext>
            </a:extLst>
          </p:cNvPr>
          <p:cNvSpPr/>
          <p:nvPr/>
        </p:nvSpPr>
        <p:spPr>
          <a:xfrm>
            <a:off x="4932343" y="3217300"/>
            <a:ext cx="1964220" cy="1950185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29822BE6-7E46-8B6A-5D41-5DA020E09C57}"/>
              </a:ext>
            </a:extLst>
          </p:cNvPr>
          <p:cNvSpPr txBox="1"/>
          <p:nvPr/>
        </p:nvSpPr>
        <p:spPr>
          <a:xfrm>
            <a:off x="5582115" y="3942670"/>
            <a:ext cx="1233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Finanzas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735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736E83-87DD-B282-C7C0-C23D47D12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B10D9E79-FB7E-9168-2875-08F399BD9025}"/>
              </a:ext>
            </a:extLst>
          </p:cNvPr>
          <p:cNvSpPr txBox="1"/>
          <p:nvPr/>
        </p:nvSpPr>
        <p:spPr>
          <a:xfrm>
            <a:off x="5476874" y="379095"/>
            <a:ext cx="5781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000" b="1" dirty="0"/>
              <a:t>Procesos del sistema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322885-D156-90ED-0D2B-4E01DCB6D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D0E6-76F4-4C79-BDAB-E751C35221FD}" type="slidenum">
              <a:rPr lang="en-US" smtClean="0"/>
              <a:t>5</a:t>
            </a:fld>
            <a:endParaRPr lang="en-US"/>
          </a:p>
        </p:txBody>
      </p:sp>
      <p:grpSp>
        <p:nvGrpSpPr>
          <p:cNvPr id="3" name="Group 33">
            <a:extLst>
              <a:ext uri="{FF2B5EF4-FFF2-40B4-BE49-F238E27FC236}">
                <a16:creationId xmlns:a16="http://schemas.microsoft.com/office/drawing/2014/main" id="{2A34499F-CE5D-E1D4-A991-04552B9BEC09}"/>
              </a:ext>
            </a:extLst>
          </p:cNvPr>
          <p:cNvGrpSpPr/>
          <p:nvPr/>
        </p:nvGrpSpPr>
        <p:grpSpPr>
          <a:xfrm>
            <a:off x="124663" y="1603250"/>
            <a:ext cx="2211021" cy="1917542"/>
            <a:chOff x="1918252" y="2007704"/>
            <a:chExt cx="2266122" cy="2097157"/>
          </a:xfrm>
        </p:grpSpPr>
        <p:sp>
          <p:nvSpPr>
            <p:cNvPr id="4" name="Rectangle: Rounded Corners 4">
              <a:extLst>
                <a:ext uri="{FF2B5EF4-FFF2-40B4-BE49-F238E27FC236}">
                  <a16:creationId xmlns:a16="http://schemas.microsoft.com/office/drawing/2014/main" id="{60755EE1-4FF9-FF41-E7EE-83E4BBA3CA93}"/>
                </a:ext>
              </a:extLst>
            </p:cNvPr>
            <p:cNvSpPr/>
            <p:nvPr/>
          </p:nvSpPr>
          <p:spPr>
            <a:xfrm>
              <a:off x="1918252" y="2007704"/>
              <a:ext cx="2266122" cy="209715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Cotización</a:t>
              </a:r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n-US" dirty="0"/>
            </a:p>
          </p:txBody>
        </p:sp>
        <p:sp>
          <p:nvSpPr>
            <p:cNvPr id="7" name="Rectangle: Rounded Corners 5">
              <a:extLst>
                <a:ext uri="{FF2B5EF4-FFF2-40B4-BE49-F238E27FC236}">
                  <a16:creationId xmlns:a16="http://schemas.microsoft.com/office/drawing/2014/main" id="{0A87716A-6896-CAFA-CADD-BA6CC084D7F1}"/>
                </a:ext>
              </a:extLst>
            </p:cNvPr>
            <p:cNvSpPr/>
            <p:nvPr/>
          </p:nvSpPr>
          <p:spPr>
            <a:xfrm>
              <a:off x="2173355" y="2596465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Partida 1</a:t>
              </a:r>
              <a:endParaRPr lang="en-US" dirty="0"/>
            </a:p>
          </p:txBody>
        </p:sp>
        <p:sp>
          <p:nvSpPr>
            <p:cNvPr id="8" name="Rectangle: Rounded Corners 8">
              <a:extLst>
                <a:ext uri="{FF2B5EF4-FFF2-40B4-BE49-F238E27FC236}">
                  <a16:creationId xmlns:a16="http://schemas.microsoft.com/office/drawing/2014/main" id="{EEAADD01-42D4-902B-EFCC-19224D131578}"/>
                </a:ext>
              </a:extLst>
            </p:cNvPr>
            <p:cNvSpPr/>
            <p:nvPr/>
          </p:nvSpPr>
          <p:spPr>
            <a:xfrm>
              <a:off x="2173357" y="3061254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Partida 2</a:t>
              </a:r>
              <a:endParaRPr lang="en-US" dirty="0"/>
            </a:p>
          </p:txBody>
        </p:sp>
        <p:sp>
          <p:nvSpPr>
            <p:cNvPr id="11" name="Rectangle: Rounded Corners 9">
              <a:extLst>
                <a:ext uri="{FF2B5EF4-FFF2-40B4-BE49-F238E27FC236}">
                  <a16:creationId xmlns:a16="http://schemas.microsoft.com/office/drawing/2014/main" id="{44576D85-C27F-6E96-9739-AC81843800DD}"/>
                </a:ext>
              </a:extLst>
            </p:cNvPr>
            <p:cNvSpPr/>
            <p:nvPr/>
          </p:nvSpPr>
          <p:spPr>
            <a:xfrm>
              <a:off x="2173356" y="3538569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Partida N</a:t>
              </a:r>
              <a:endParaRPr lang="en-US" dirty="0"/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A33C88D6-DA4C-F011-4A5E-245172554EEC}"/>
              </a:ext>
            </a:extLst>
          </p:cNvPr>
          <p:cNvGrpSpPr/>
          <p:nvPr/>
        </p:nvGrpSpPr>
        <p:grpSpPr>
          <a:xfrm>
            <a:off x="2754086" y="1616957"/>
            <a:ext cx="2127935" cy="1890128"/>
            <a:chOff x="7703686" y="1903243"/>
            <a:chExt cx="2266122" cy="2097157"/>
          </a:xfrm>
        </p:grpSpPr>
        <p:sp>
          <p:nvSpPr>
            <p:cNvPr id="14" name="Rectangle: Rounded Corners 26">
              <a:extLst>
                <a:ext uri="{FF2B5EF4-FFF2-40B4-BE49-F238E27FC236}">
                  <a16:creationId xmlns:a16="http://schemas.microsoft.com/office/drawing/2014/main" id="{B4AA4553-78BA-7EAA-2BBA-9F9B633694D3}"/>
                </a:ext>
              </a:extLst>
            </p:cNvPr>
            <p:cNvSpPr/>
            <p:nvPr/>
          </p:nvSpPr>
          <p:spPr>
            <a:xfrm>
              <a:off x="7703686" y="1903243"/>
              <a:ext cx="2266122" cy="209715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Orden de Trabajo</a:t>
              </a:r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n-US" dirty="0"/>
            </a:p>
          </p:txBody>
        </p:sp>
        <p:sp>
          <p:nvSpPr>
            <p:cNvPr id="15" name="Rectangle: Rounded Corners 27">
              <a:extLst>
                <a:ext uri="{FF2B5EF4-FFF2-40B4-BE49-F238E27FC236}">
                  <a16:creationId xmlns:a16="http://schemas.microsoft.com/office/drawing/2014/main" id="{0C388997-616D-D813-3335-9B8A9FDC788C}"/>
                </a:ext>
              </a:extLst>
            </p:cNvPr>
            <p:cNvSpPr/>
            <p:nvPr/>
          </p:nvSpPr>
          <p:spPr>
            <a:xfrm>
              <a:off x="7899697" y="2413158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Partida 1</a:t>
              </a:r>
              <a:endParaRPr lang="en-US" dirty="0"/>
            </a:p>
          </p:txBody>
        </p:sp>
        <p:sp>
          <p:nvSpPr>
            <p:cNvPr id="16" name="Rectangle: Rounded Corners 28">
              <a:extLst>
                <a:ext uri="{FF2B5EF4-FFF2-40B4-BE49-F238E27FC236}">
                  <a16:creationId xmlns:a16="http://schemas.microsoft.com/office/drawing/2014/main" id="{8165513B-F6FE-7A87-B1FA-1DC546536D3C}"/>
                </a:ext>
              </a:extLst>
            </p:cNvPr>
            <p:cNvSpPr/>
            <p:nvPr/>
          </p:nvSpPr>
          <p:spPr>
            <a:xfrm>
              <a:off x="7899697" y="2901305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Partida 2</a:t>
              </a:r>
              <a:endParaRPr lang="en-US" dirty="0"/>
            </a:p>
          </p:txBody>
        </p:sp>
        <p:sp>
          <p:nvSpPr>
            <p:cNvPr id="17" name="Rectangle: Rounded Corners 29">
              <a:extLst>
                <a:ext uri="{FF2B5EF4-FFF2-40B4-BE49-F238E27FC236}">
                  <a16:creationId xmlns:a16="http://schemas.microsoft.com/office/drawing/2014/main" id="{6D7B39EA-CCC0-32AC-D34C-23016E21FB76}"/>
                </a:ext>
              </a:extLst>
            </p:cNvPr>
            <p:cNvSpPr/>
            <p:nvPr/>
          </p:nvSpPr>
          <p:spPr>
            <a:xfrm>
              <a:off x="7917949" y="3425835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Partida N</a:t>
              </a:r>
              <a:endParaRPr lang="en-US" dirty="0"/>
            </a:p>
          </p:txBody>
        </p:sp>
      </p:grpSp>
      <p:grpSp>
        <p:nvGrpSpPr>
          <p:cNvPr id="72" name="Grupo 71">
            <a:extLst>
              <a:ext uri="{FF2B5EF4-FFF2-40B4-BE49-F238E27FC236}">
                <a16:creationId xmlns:a16="http://schemas.microsoft.com/office/drawing/2014/main" id="{06F1596A-23DB-2F18-28B3-CB452AD6D944}"/>
              </a:ext>
            </a:extLst>
          </p:cNvPr>
          <p:cNvGrpSpPr/>
          <p:nvPr/>
        </p:nvGrpSpPr>
        <p:grpSpPr>
          <a:xfrm>
            <a:off x="5338733" y="1616957"/>
            <a:ext cx="2211021" cy="1971176"/>
            <a:chOff x="5338733" y="1490976"/>
            <a:chExt cx="2266122" cy="2097157"/>
          </a:xfrm>
        </p:grpSpPr>
        <p:sp>
          <p:nvSpPr>
            <p:cNvPr id="19" name="Rectangle: Rounded Corners 26">
              <a:extLst>
                <a:ext uri="{FF2B5EF4-FFF2-40B4-BE49-F238E27FC236}">
                  <a16:creationId xmlns:a16="http://schemas.microsoft.com/office/drawing/2014/main" id="{F163F905-AAF2-3082-538B-D03DD5A37299}"/>
                </a:ext>
              </a:extLst>
            </p:cNvPr>
            <p:cNvSpPr/>
            <p:nvPr/>
          </p:nvSpPr>
          <p:spPr>
            <a:xfrm>
              <a:off x="5338733" y="1490976"/>
              <a:ext cx="2266122" cy="209715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Compra 1</a:t>
              </a:r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n-US" dirty="0"/>
            </a:p>
          </p:txBody>
        </p:sp>
        <p:sp>
          <p:nvSpPr>
            <p:cNvPr id="20" name="Rectangle: Rounded Corners 27">
              <a:extLst>
                <a:ext uri="{FF2B5EF4-FFF2-40B4-BE49-F238E27FC236}">
                  <a16:creationId xmlns:a16="http://schemas.microsoft.com/office/drawing/2014/main" id="{D7DCF024-FCB5-C923-140B-0924F0379F2D}"/>
                </a:ext>
              </a:extLst>
            </p:cNvPr>
            <p:cNvSpPr/>
            <p:nvPr/>
          </p:nvSpPr>
          <p:spPr>
            <a:xfrm>
              <a:off x="5534744" y="2000891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Partida 1</a:t>
              </a:r>
              <a:endParaRPr lang="en-US" dirty="0"/>
            </a:p>
          </p:txBody>
        </p:sp>
        <p:sp>
          <p:nvSpPr>
            <p:cNvPr id="25" name="Rectangle: Rounded Corners 28">
              <a:extLst>
                <a:ext uri="{FF2B5EF4-FFF2-40B4-BE49-F238E27FC236}">
                  <a16:creationId xmlns:a16="http://schemas.microsoft.com/office/drawing/2014/main" id="{DC9C0484-E49C-9C45-5577-669727DD1D2B}"/>
                </a:ext>
              </a:extLst>
            </p:cNvPr>
            <p:cNvSpPr/>
            <p:nvPr/>
          </p:nvSpPr>
          <p:spPr>
            <a:xfrm>
              <a:off x="5534744" y="2489038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Partida 2</a:t>
              </a:r>
              <a:endParaRPr lang="en-US" dirty="0"/>
            </a:p>
          </p:txBody>
        </p:sp>
        <p:sp>
          <p:nvSpPr>
            <p:cNvPr id="31" name="Rectangle: Rounded Corners 29">
              <a:extLst>
                <a:ext uri="{FF2B5EF4-FFF2-40B4-BE49-F238E27FC236}">
                  <a16:creationId xmlns:a16="http://schemas.microsoft.com/office/drawing/2014/main" id="{EE986740-C22F-C354-8A47-C7E8E5A54714}"/>
                </a:ext>
              </a:extLst>
            </p:cNvPr>
            <p:cNvSpPr/>
            <p:nvPr/>
          </p:nvSpPr>
          <p:spPr>
            <a:xfrm>
              <a:off x="5552996" y="3013568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Partida N</a:t>
              </a:r>
              <a:endParaRPr lang="en-US" dirty="0"/>
            </a:p>
          </p:txBody>
        </p:sp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190D556C-539D-2425-6AA7-2D58048E409C}"/>
              </a:ext>
            </a:extLst>
          </p:cNvPr>
          <p:cNvGrpSpPr/>
          <p:nvPr/>
        </p:nvGrpSpPr>
        <p:grpSpPr>
          <a:xfrm>
            <a:off x="5380275" y="3694838"/>
            <a:ext cx="2127935" cy="1829932"/>
            <a:chOff x="6647772" y="3378413"/>
            <a:chExt cx="2266122" cy="2097157"/>
          </a:xfrm>
        </p:grpSpPr>
        <p:sp>
          <p:nvSpPr>
            <p:cNvPr id="33" name="Rectangle: Rounded Corners 26">
              <a:extLst>
                <a:ext uri="{FF2B5EF4-FFF2-40B4-BE49-F238E27FC236}">
                  <a16:creationId xmlns:a16="http://schemas.microsoft.com/office/drawing/2014/main" id="{7F7FF3CF-9961-95B1-12C4-F2F2B196F904}"/>
                </a:ext>
              </a:extLst>
            </p:cNvPr>
            <p:cNvSpPr/>
            <p:nvPr/>
          </p:nvSpPr>
          <p:spPr>
            <a:xfrm>
              <a:off x="6647772" y="3378413"/>
              <a:ext cx="2266122" cy="209715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Compra 2</a:t>
              </a:r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n-US" dirty="0"/>
            </a:p>
          </p:txBody>
        </p:sp>
        <p:sp>
          <p:nvSpPr>
            <p:cNvPr id="36" name="Rectangle: Rounded Corners 27">
              <a:extLst>
                <a:ext uri="{FF2B5EF4-FFF2-40B4-BE49-F238E27FC236}">
                  <a16:creationId xmlns:a16="http://schemas.microsoft.com/office/drawing/2014/main" id="{9D419DB1-2939-E5F8-9D30-84E727F7BEEA}"/>
                </a:ext>
              </a:extLst>
            </p:cNvPr>
            <p:cNvSpPr/>
            <p:nvPr/>
          </p:nvSpPr>
          <p:spPr>
            <a:xfrm>
              <a:off x="6843783" y="3888328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Partida 1</a:t>
              </a:r>
              <a:endParaRPr lang="en-US" dirty="0"/>
            </a:p>
          </p:txBody>
        </p:sp>
        <p:sp>
          <p:nvSpPr>
            <p:cNvPr id="39" name="Rectangle: Rounded Corners 28">
              <a:extLst>
                <a:ext uri="{FF2B5EF4-FFF2-40B4-BE49-F238E27FC236}">
                  <a16:creationId xmlns:a16="http://schemas.microsoft.com/office/drawing/2014/main" id="{08759470-336B-1193-B968-6440FDAD3646}"/>
                </a:ext>
              </a:extLst>
            </p:cNvPr>
            <p:cNvSpPr/>
            <p:nvPr/>
          </p:nvSpPr>
          <p:spPr>
            <a:xfrm>
              <a:off x="6843783" y="4376475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Partida 2</a:t>
              </a:r>
              <a:endParaRPr lang="en-US" dirty="0"/>
            </a:p>
          </p:txBody>
        </p:sp>
        <p:sp>
          <p:nvSpPr>
            <p:cNvPr id="40" name="Rectangle: Rounded Corners 29">
              <a:extLst>
                <a:ext uri="{FF2B5EF4-FFF2-40B4-BE49-F238E27FC236}">
                  <a16:creationId xmlns:a16="http://schemas.microsoft.com/office/drawing/2014/main" id="{502FAAB5-3B9D-EB92-159A-6C859391EC90}"/>
                </a:ext>
              </a:extLst>
            </p:cNvPr>
            <p:cNvSpPr/>
            <p:nvPr/>
          </p:nvSpPr>
          <p:spPr>
            <a:xfrm>
              <a:off x="6862035" y="4901005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Partida N</a:t>
              </a:r>
              <a:endParaRPr lang="en-US" dirty="0"/>
            </a:p>
          </p:txBody>
        </p:sp>
      </p:grpSp>
      <p:sp>
        <p:nvSpPr>
          <p:cNvPr id="41" name="Rectangle: Rounded Corners 26">
            <a:extLst>
              <a:ext uri="{FF2B5EF4-FFF2-40B4-BE49-F238E27FC236}">
                <a16:creationId xmlns:a16="http://schemas.microsoft.com/office/drawing/2014/main" id="{38840AD0-BE16-8D62-3784-C20BF50A6B24}"/>
              </a:ext>
            </a:extLst>
          </p:cNvPr>
          <p:cNvSpPr/>
          <p:nvPr/>
        </p:nvSpPr>
        <p:spPr>
          <a:xfrm>
            <a:off x="5380275" y="5702137"/>
            <a:ext cx="2266122" cy="8095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r>
              <a:rPr lang="es-MX" dirty="0"/>
              <a:t>Compra N</a:t>
            </a:r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n-US" dirty="0"/>
          </a:p>
        </p:txBody>
      </p:sp>
      <p:grpSp>
        <p:nvGrpSpPr>
          <p:cNvPr id="58" name="Group 17">
            <a:extLst>
              <a:ext uri="{FF2B5EF4-FFF2-40B4-BE49-F238E27FC236}">
                <a16:creationId xmlns:a16="http://schemas.microsoft.com/office/drawing/2014/main" id="{18DB4F41-869A-155C-5306-16C429D5DA92}"/>
              </a:ext>
            </a:extLst>
          </p:cNvPr>
          <p:cNvGrpSpPr/>
          <p:nvPr/>
        </p:nvGrpSpPr>
        <p:grpSpPr>
          <a:xfrm>
            <a:off x="8143948" y="1518676"/>
            <a:ext cx="2380507" cy="2157418"/>
            <a:chOff x="7703686" y="1903243"/>
            <a:chExt cx="2266122" cy="2097157"/>
          </a:xfrm>
        </p:grpSpPr>
        <p:sp>
          <p:nvSpPr>
            <p:cNvPr id="59" name="Rectangle: Rounded Corners 18">
              <a:extLst>
                <a:ext uri="{FF2B5EF4-FFF2-40B4-BE49-F238E27FC236}">
                  <a16:creationId xmlns:a16="http://schemas.microsoft.com/office/drawing/2014/main" id="{5817324A-9566-9E85-702D-5BC8DACD9400}"/>
                </a:ext>
              </a:extLst>
            </p:cNvPr>
            <p:cNvSpPr/>
            <p:nvPr/>
          </p:nvSpPr>
          <p:spPr>
            <a:xfrm>
              <a:off x="7703686" y="1903243"/>
              <a:ext cx="2266122" cy="209715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Procesos de producción</a:t>
              </a:r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n-US" dirty="0"/>
            </a:p>
          </p:txBody>
        </p:sp>
        <p:sp>
          <p:nvSpPr>
            <p:cNvPr id="60" name="Rectangle: Rounded Corners 19">
              <a:extLst>
                <a:ext uri="{FF2B5EF4-FFF2-40B4-BE49-F238E27FC236}">
                  <a16:creationId xmlns:a16="http://schemas.microsoft.com/office/drawing/2014/main" id="{9A3A2314-654E-71B4-AE99-8638924BC301}"/>
                </a:ext>
              </a:extLst>
            </p:cNvPr>
            <p:cNvSpPr/>
            <p:nvPr/>
          </p:nvSpPr>
          <p:spPr>
            <a:xfrm>
              <a:off x="7899697" y="2513366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Proceso 1</a:t>
              </a:r>
              <a:endParaRPr lang="en-US" dirty="0"/>
            </a:p>
          </p:txBody>
        </p:sp>
        <p:sp>
          <p:nvSpPr>
            <p:cNvPr id="61" name="Rectangle: Rounded Corners 24">
              <a:extLst>
                <a:ext uri="{FF2B5EF4-FFF2-40B4-BE49-F238E27FC236}">
                  <a16:creationId xmlns:a16="http://schemas.microsoft.com/office/drawing/2014/main" id="{BFCD2C3B-C637-A124-98A7-5549E8D14F75}"/>
                </a:ext>
              </a:extLst>
            </p:cNvPr>
            <p:cNvSpPr/>
            <p:nvPr/>
          </p:nvSpPr>
          <p:spPr>
            <a:xfrm>
              <a:off x="7899697" y="3001513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Proceso 2</a:t>
              </a:r>
              <a:endParaRPr lang="en-US" dirty="0"/>
            </a:p>
          </p:txBody>
        </p:sp>
        <p:sp>
          <p:nvSpPr>
            <p:cNvPr id="62" name="Rectangle: Rounded Corners 30">
              <a:extLst>
                <a:ext uri="{FF2B5EF4-FFF2-40B4-BE49-F238E27FC236}">
                  <a16:creationId xmlns:a16="http://schemas.microsoft.com/office/drawing/2014/main" id="{41EA8D4E-9A01-A58D-FB71-A0018AFD188A}"/>
                </a:ext>
              </a:extLst>
            </p:cNvPr>
            <p:cNvSpPr/>
            <p:nvPr/>
          </p:nvSpPr>
          <p:spPr>
            <a:xfrm>
              <a:off x="7917949" y="3488465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Proceso N</a:t>
              </a:r>
              <a:endParaRPr lang="en-US" dirty="0"/>
            </a:p>
          </p:txBody>
        </p:sp>
      </p:grpSp>
      <p:sp>
        <p:nvSpPr>
          <p:cNvPr id="63" name="Rectangle: Rounded Corners 40">
            <a:extLst>
              <a:ext uri="{FF2B5EF4-FFF2-40B4-BE49-F238E27FC236}">
                <a16:creationId xmlns:a16="http://schemas.microsoft.com/office/drawing/2014/main" id="{A9211F07-759D-60CE-7A6F-5E79253B387C}"/>
              </a:ext>
            </a:extLst>
          </p:cNvPr>
          <p:cNvSpPr/>
          <p:nvPr/>
        </p:nvSpPr>
        <p:spPr>
          <a:xfrm>
            <a:off x="8075217" y="4350234"/>
            <a:ext cx="2899221" cy="20971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Calidad</a:t>
            </a:r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n-US" dirty="0"/>
          </a:p>
        </p:txBody>
      </p:sp>
      <p:sp>
        <p:nvSpPr>
          <p:cNvPr id="64" name="Rectangle: Rounded Corners 43">
            <a:extLst>
              <a:ext uri="{FF2B5EF4-FFF2-40B4-BE49-F238E27FC236}">
                <a16:creationId xmlns:a16="http://schemas.microsoft.com/office/drawing/2014/main" id="{24F62741-A60C-33FB-FFCD-34A4A6A5190D}"/>
              </a:ext>
            </a:extLst>
          </p:cNvPr>
          <p:cNvSpPr/>
          <p:nvPr/>
        </p:nvSpPr>
        <p:spPr>
          <a:xfrm>
            <a:off x="8227444" y="4736606"/>
            <a:ext cx="1620458" cy="375782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Inspección</a:t>
            </a:r>
            <a:endParaRPr lang="en-US" dirty="0"/>
          </a:p>
        </p:txBody>
      </p:sp>
      <p:sp>
        <p:nvSpPr>
          <p:cNvPr id="65" name="Rectangle: Rounded Corners 44">
            <a:extLst>
              <a:ext uri="{FF2B5EF4-FFF2-40B4-BE49-F238E27FC236}">
                <a16:creationId xmlns:a16="http://schemas.microsoft.com/office/drawing/2014/main" id="{3DCA5585-8AE6-8DBF-13D4-67690CD904CA}"/>
              </a:ext>
            </a:extLst>
          </p:cNvPr>
          <p:cNvSpPr/>
          <p:nvPr/>
        </p:nvSpPr>
        <p:spPr>
          <a:xfrm>
            <a:off x="8221928" y="5238405"/>
            <a:ext cx="1625974" cy="375782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Reporte </a:t>
            </a:r>
            <a:r>
              <a:rPr lang="es-MX" dirty="0" err="1"/>
              <a:t>Dim</a:t>
            </a:r>
            <a:r>
              <a:rPr lang="es-MX" dirty="0"/>
              <a:t> 2</a:t>
            </a:r>
            <a:endParaRPr lang="en-US" dirty="0"/>
          </a:p>
        </p:txBody>
      </p:sp>
      <p:sp>
        <p:nvSpPr>
          <p:cNvPr id="66" name="Rectangle: Rounded Corners 45">
            <a:extLst>
              <a:ext uri="{FF2B5EF4-FFF2-40B4-BE49-F238E27FC236}">
                <a16:creationId xmlns:a16="http://schemas.microsoft.com/office/drawing/2014/main" id="{F6E328AC-B377-4289-E845-0EABBF938526}"/>
              </a:ext>
            </a:extLst>
          </p:cNvPr>
          <p:cNvSpPr/>
          <p:nvPr/>
        </p:nvSpPr>
        <p:spPr>
          <a:xfrm>
            <a:off x="8204209" y="5898701"/>
            <a:ext cx="1186069" cy="42738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Liberación</a:t>
            </a:r>
            <a:endParaRPr lang="en-US" dirty="0"/>
          </a:p>
        </p:txBody>
      </p:sp>
      <p:cxnSp>
        <p:nvCxnSpPr>
          <p:cNvPr id="67" name="Straight Arrow Connector 46">
            <a:extLst>
              <a:ext uri="{FF2B5EF4-FFF2-40B4-BE49-F238E27FC236}">
                <a16:creationId xmlns:a16="http://schemas.microsoft.com/office/drawing/2014/main" id="{9A75D1FC-49DA-FE81-231F-39EA3F9AEDD4}"/>
              </a:ext>
            </a:extLst>
          </p:cNvPr>
          <p:cNvCxnSpPr>
            <a:cxnSpLocks/>
          </p:cNvCxnSpPr>
          <p:nvPr/>
        </p:nvCxnSpPr>
        <p:spPr>
          <a:xfrm>
            <a:off x="9401923" y="3836683"/>
            <a:ext cx="0" cy="489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: Rounded Corners 53">
            <a:extLst>
              <a:ext uri="{FF2B5EF4-FFF2-40B4-BE49-F238E27FC236}">
                <a16:creationId xmlns:a16="http://schemas.microsoft.com/office/drawing/2014/main" id="{1F2467D6-232D-BE40-CDC6-6C27FB57519F}"/>
              </a:ext>
            </a:extLst>
          </p:cNvPr>
          <p:cNvSpPr/>
          <p:nvPr/>
        </p:nvSpPr>
        <p:spPr>
          <a:xfrm>
            <a:off x="9619595" y="5857464"/>
            <a:ext cx="1125526" cy="49888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Rechazo</a:t>
            </a:r>
            <a:endParaRPr lang="en-US" dirty="0"/>
          </a:p>
        </p:txBody>
      </p:sp>
      <p:cxnSp>
        <p:nvCxnSpPr>
          <p:cNvPr id="69" name="Straight Arrow Connector 41">
            <a:extLst>
              <a:ext uri="{FF2B5EF4-FFF2-40B4-BE49-F238E27FC236}">
                <a16:creationId xmlns:a16="http://schemas.microsoft.com/office/drawing/2014/main" id="{27AF4C67-B571-FE15-3CF1-6944DD5577F6}"/>
              </a:ext>
            </a:extLst>
          </p:cNvPr>
          <p:cNvCxnSpPr>
            <a:cxnSpLocks/>
          </p:cNvCxnSpPr>
          <p:nvPr/>
        </p:nvCxnSpPr>
        <p:spPr>
          <a:xfrm>
            <a:off x="2404812" y="2597585"/>
            <a:ext cx="2948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41">
            <a:extLst>
              <a:ext uri="{FF2B5EF4-FFF2-40B4-BE49-F238E27FC236}">
                <a16:creationId xmlns:a16="http://schemas.microsoft.com/office/drawing/2014/main" id="{887527F8-F491-3256-AFB8-27FCC7F5F2D8}"/>
              </a:ext>
            </a:extLst>
          </p:cNvPr>
          <p:cNvCxnSpPr>
            <a:cxnSpLocks/>
          </p:cNvCxnSpPr>
          <p:nvPr/>
        </p:nvCxnSpPr>
        <p:spPr>
          <a:xfrm>
            <a:off x="4962955" y="2532365"/>
            <a:ext cx="2948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41">
            <a:extLst>
              <a:ext uri="{FF2B5EF4-FFF2-40B4-BE49-F238E27FC236}">
                <a16:creationId xmlns:a16="http://schemas.microsoft.com/office/drawing/2014/main" id="{E475569F-777B-AE75-625D-2DA8A953E8AA}"/>
              </a:ext>
            </a:extLst>
          </p:cNvPr>
          <p:cNvCxnSpPr>
            <a:cxnSpLocks/>
          </p:cNvCxnSpPr>
          <p:nvPr/>
        </p:nvCxnSpPr>
        <p:spPr>
          <a:xfrm>
            <a:off x="7706151" y="2543247"/>
            <a:ext cx="2948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1">
            <a:extLst>
              <a:ext uri="{FF2B5EF4-FFF2-40B4-BE49-F238E27FC236}">
                <a16:creationId xmlns:a16="http://schemas.microsoft.com/office/drawing/2014/main" id="{5C653EE5-6F57-B66D-3E24-2332326B7CD0}"/>
              </a:ext>
            </a:extLst>
          </p:cNvPr>
          <p:cNvCxnSpPr>
            <a:cxnSpLocks/>
          </p:cNvCxnSpPr>
          <p:nvPr/>
        </p:nvCxnSpPr>
        <p:spPr>
          <a:xfrm>
            <a:off x="3818053" y="3561849"/>
            <a:ext cx="1200390" cy="788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41">
            <a:extLst>
              <a:ext uri="{FF2B5EF4-FFF2-40B4-BE49-F238E27FC236}">
                <a16:creationId xmlns:a16="http://schemas.microsoft.com/office/drawing/2014/main" id="{CE39E2F8-0962-47CB-36A7-FD8D79D37C46}"/>
              </a:ext>
            </a:extLst>
          </p:cNvPr>
          <p:cNvCxnSpPr>
            <a:cxnSpLocks/>
          </p:cNvCxnSpPr>
          <p:nvPr/>
        </p:nvCxnSpPr>
        <p:spPr>
          <a:xfrm>
            <a:off x="3818053" y="3561849"/>
            <a:ext cx="1425468" cy="25450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420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14C8AC-3BA1-F475-8C95-69CF3B8A9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5B60CF61-8D3B-9D18-633A-E5695390F6BE}"/>
              </a:ext>
            </a:extLst>
          </p:cNvPr>
          <p:cNvSpPr txBox="1"/>
          <p:nvPr/>
        </p:nvSpPr>
        <p:spPr>
          <a:xfrm>
            <a:off x="5476874" y="379095"/>
            <a:ext cx="5781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000" b="1" dirty="0"/>
              <a:t>Procesos del sistema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893F81B-7342-6FEA-787B-CAAC0420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D0E6-76F4-4C79-BDAB-E751C35221FD}" type="slidenum">
              <a:rPr lang="en-US" smtClean="0"/>
              <a:t>6</a:t>
            </a:fld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9174CFC-5886-2374-E2E9-6142F8E80877}"/>
              </a:ext>
            </a:extLst>
          </p:cNvPr>
          <p:cNvGrpSpPr/>
          <p:nvPr/>
        </p:nvGrpSpPr>
        <p:grpSpPr>
          <a:xfrm>
            <a:off x="646205" y="2030634"/>
            <a:ext cx="2266122" cy="2097157"/>
            <a:chOff x="1918252" y="2007704"/>
            <a:chExt cx="2266122" cy="2097157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C774AC8-B56A-1EDC-0E5F-C2E8CE762DAD}"/>
                </a:ext>
              </a:extLst>
            </p:cNvPr>
            <p:cNvSpPr/>
            <p:nvPr/>
          </p:nvSpPr>
          <p:spPr>
            <a:xfrm>
              <a:off x="1918252" y="2007704"/>
              <a:ext cx="2266122" cy="209715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Cotización</a:t>
              </a:r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n-US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EC30E3F-E9CF-EAF8-AC99-CB89E0746664}"/>
                </a:ext>
              </a:extLst>
            </p:cNvPr>
            <p:cNvSpPr/>
            <p:nvPr/>
          </p:nvSpPr>
          <p:spPr>
            <a:xfrm>
              <a:off x="2173355" y="2596465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Partida 1</a:t>
              </a:r>
              <a:endParaRPr lang="en-US" dirty="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3C47AF5-9CC0-67E4-9D70-03358642A500}"/>
                </a:ext>
              </a:extLst>
            </p:cNvPr>
            <p:cNvSpPr/>
            <p:nvPr/>
          </p:nvSpPr>
          <p:spPr>
            <a:xfrm>
              <a:off x="2173357" y="3061254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Partida 2</a:t>
              </a:r>
              <a:endParaRPr 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478A265-EAB9-FF69-4360-829E66E8D701}"/>
                </a:ext>
              </a:extLst>
            </p:cNvPr>
            <p:cNvSpPr/>
            <p:nvPr/>
          </p:nvSpPr>
          <p:spPr>
            <a:xfrm>
              <a:off x="2173356" y="3538569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Partida N</a:t>
              </a:r>
              <a:endParaRPr lang="en-US" dirty="0"/>
            </a:p>
          </p:txBody>
        </p:sp>
      </p:grpSp>
      <p:sp>
        <p:nvSpPr>
          <p:cNvPr id="21" name="Diamond 20">
            <a:extLst>
              <a:ext uri="{FF2B5EF4-FFF2-40B4-BE49-F238E27FC236}">
                <a16:creationId xmlns:a16="http://schemas.microsoft.com/office/drawing/2014/main" id="{BFB2C1B0-427F-DA94-E30C-9F80C3B693AA}"/>
              </a:ext>
            </a:extLst>
          </p:cNvPr>
          <p:cNvSpPr/>
          <p:nvPr/>
        </p:nvSpPr>
        <p:spPr>
          <a:xfrm>
            <a:off x="3657919" y="2353655"/>
            <a:ext cx="1590261" cy="1451113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0E3D17-7235-11A3-812D-C69707F314CF}"/>
              </a:ext>
            </a:extLst>
          </p:cNvPr>
          <p:cNvSpPr txBox="1"/>
          <p:nvPr/>
        </p:nvSpPr>
        <p:spPr>
          <a:xfrm>
            <a:off x="5969777" y="2871616"/>
            <a:ext cx="93427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Ganada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C70E99-57C5-825C-274F-2AEA31FEA01D}"/>
              </a:ext>
            </a:extLst>
          </p:cNvPr>
          <p:cNvSpPr txBox="1"/>
          <p:nvPr/>
        </p:nvSpPr>
        <p:spPr>
          <a:xfrm>
            <a:off x="3985910" y="4454140"/>
            <a:ext cx="934278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Perdida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6519FE-E038-A86A-4016-F2978FC75DD3}"/>
              </a:ext>
            </a:extLst>
          </p:cNvPr>
          <p:cNvSpPr txBox="1"/>
          <p:nvPr/>
        </p:nvSpPr>
        <p:spPr>
          <a:xfrm>
            <a:off x="3773875" y="1383354"/>
            <a:ext cx="1358347" cy="369332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Otro estatus</a:t>
            </a:r>
            <a:endParaRPr lang="en-US" dirty="0"/>
          </a:p>
        </p:txBody>
      </p:sp>
      <p:sp>
        <p:nvSpPr>
          <p:cNvPr id="26" name="Flowchart: Terminator 25">
            <a:extLst>
              <a:ext uri="{FF2B5EF4-FFF2-40B4-BE49-F238E27FC236}">
                <a16:creationId xmlns:a16="http://schemas.microsoft.com/office/drawing/2014/main" id="{16D4B9CD-5829-E91D-BB67-1106668053F9}"/>
              </a:ext>
            </a:extLst>
          </p:cNvPr>
          <p:cNvSpPr/>
          <p:nvPr/>
        </p:nvSpPr>
        <p:spPr>
          <a:xfrm>
            <a:off x="3657919" y="5439245"/>
            <a:ext cx="1642490" cy="811242"/>
          </a:xfrm>
          <a:prstGeom prst="flowChartTermina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Fin</a:t>
            </a:r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E265453-7B04-AF24-45E5-70AFF489E19A}"/>
              </a:ext>
            </a:extLst>
          </p:cNvPr>
          <p:cNvSpPr/>
          <p:nvPr/>
        </p:nvSpPr>
        <p:spPr>
          <a:xfrm>
            <a:off x="7703686" y="1903243"/>
            <a:ext cx="2266122" cy="20971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Orden de Trabajo</a:t>
            </a:r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09526D1-199E-D70F-CD56-FE1EC792C2FC}"/>
              </a:ext>
            </a:extLst>
          </p:cNvPr>
          <p:cNvSpPr/>
          <p:nvPr/>
        </p:nvSpPr>
        <p:spPr>
          <a:xfrm>
            <a:off x="7899697" y="2413158"/>
            <a:ext cx="1186069" cy="427384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Partida 1</a:t>
            </a:r>
            <a:endParaRPr lang="en-US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073957F-D298-5CEC-C588-F6697377CD15}"/>
              </a:ext>
            </a:extLst>
          </p:cNvPr>
          <p:cNvSpPr/>
          <p:nvPr/>
        </p:nvSpPr>
        <p:spPr>
          <a:xfrm>
            <a:off x="7899697" y="2901305"/>
            <a:ext cx="1186069" cy="427384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Partida 2</a:t>
            </a:r>
            <a:endParaRPr lang="en-US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3205416-39D4-E6ED-66ED-7AF2187C3FAD}"/>
              </a:ext>
            </a:extLst>
          </p:cNvPr>
          <p:cNvSpPr/>
          <p:nvPr/>
        </p:nvSpPr>
        <p:spPr>
          <a:xfrm>
            <a:off x="7917949" y="3425835"/>
            <a:ext cx="1186069" cy="427384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Partida N</a:t>
            </a:r>
            <a:endParaRPr lang="en-US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77D8988-DFE5-03D8-F14B-4A1323D15B72}"/>
              </a:ext>
            </a:extLst>
          </p:cNvPr>
          <p:cNvCxnSpPr>
            <a:cxnSpLocks/>
          </p:cNvCxnSpPr>
          <p:nvPr/>
        </p:nvCxnSpPr>
        <p:spPr>
          <a:xfrm>
            <a:off x="2964269" y="3084115"/>
            <a:ext cx="6171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077CA04-7462-0F6B-62FC-D8BBFE6070FB}"/>
              </a:ext>
            </a:extLst>
          </p:cNvPr>
          <p:cNvCxnSpPr>
            <a:cxnSpLocks/>
          </p:cNvCxnSpPr>
          <p:nvPr/>
        </p:nvCxnSpPr>
        <p:spPr>
          <a:xfrm>
            <a:off x="4488315" y="3804768"/>
            <a:ext cx="0" cy="515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7678063-68CE-A273-74F0-2E820403C886}"/>
              </a:ext>
            </a:extLst>
          </p:cNvPr>
          <p:cNvCxnSpPr>
            <a:cxnSpLocks/>
          </p:cNvCxnSpPr>
          <p:nvPr/>
        </p:nvCxnSpPr>
        <p:spPr>
          <a:xfrm>
            <a:off x="4501344" y="4823472"/>
            <a:ext cx="0" cy="515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61621DE-7A0F-C0FA-635B-8FCF7300D521}"/>
              </a:ext>
            </a:extLst>
          </p:cNvPr>
          <p:cNvCxnSpPr>
            <a:cxnSpLocks/>
          </p:cNvCxnSpPr>
          <p:nvPr/>
        </p:nvCxnSpPr>
        <p:spPr>
          <a:xfrm flipH="1" flipV="1">
            <a:off x="4453048" y="1943640"/>
            <a:ext cx="6086" cy="371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55CB6F1-2F37-B8D3-C259-E1D0DEB68FEB}"/>
              </a:ext>
            </a:extLst>
          </p:cNvPr>
          <p:cNvCxnSpPr>
            <a:cxnSpLocks/>
          </p:cNvCxnSpPr>
          <p:nvPr/>
        </p:nvCxnSpPr>
        <p:spPr>
          <a:xfrm>
            <a:off x="5300413" y="3061082"/>
            <a:ext cx="6171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7D1C150-50D8-4F79-AAFD-B22944372AE5}"/>
              </a:ext>
            </a:extLst>
          </p:cNvPr>
          <p:cNvCxnSpPr>
            <a:cxnSpLocks/>
          </p:cNvCxnSpPr>
          <p:nvPr/>
        </p:nvCxnSpPr>
        <p:spPr>
          <a:xfrm>
            <a:off x="6904055" y="3050575"/>
            <a:ext cx="6171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653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3C5084-283A-FB97-3339-CBA5786A3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56F9499D-19EB-6E3D-E13A-DA65CA2B1934}"/>
              </a:ext>
            </a:extLst>
          </p:cNvPr>
          <p:cNvSpPr txBox="1"/>
          <p:nvPr/>
        </p:nvSpPr>
        <p:spPr>
          <a:xfrm>
            <a:off x="5476874" y="379095"/>
            <a:ext cx="5781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000" b="1" dirty="0"/>
              <a:t>Procesos del sistema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7651A4D-87AB-1D9E-BDAA-541F01C94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1D0E6-76F4-4C79-BDAB-E751C35221FD}" type="slidenum">
              <a:rPr lang="en-US" smtClean="0"/>
              <a:t>7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7D58476-0534-B3EB-3D13-62C4727F3A50}"/>
              </a:ext>
            </a:extLst>
          </p:cNvPr>
          <p:cNvGrpSpPr/>
          <p:nvPr/>
        </p:nvGrpSpPr>
        <p:grpSpPr>
          <a:xfrm>
            <a:off x="413538" y="1541179"/>
            <a:ext cx="2266122" cy="2097157"/>
            <a:chOff x="7703686" y="1903243"/>
            <a:chExt cx="2266122" cy="2097157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9D9C9C8A-F308-FCAA-D53D-C14930AD20D0}"/>
                </a:ext>
              </a:extLst>
            </p:cNvPr>
            <p:cNvSpPr/>
            <p:nvPr/>
          </p:nvSpPr>
          <p:spPr>
            <a:xfrm>
              <a:off x="7703686" y="1903243"/>
              <a:ext cx="2266122" cy="209715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Orden de Trabajo</a:t>
              </a:r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n-US" dirty="0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CA091BC0-05CF-CAC5-E627-1DE721F36284}"/>
                </a:ext>
              </a:extLst>
            </p:cNvPr>
            <p:cNvSpPr/>
            <p:nvPr/>
          </p:nvSpPr>
          <p:spPr>
            <a:xfrm>
              <a:off x="7899697" y="2413158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Partida 1</a:t>
              </a:r>
              <a:endParaRPr lang="en-US" dirty="0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A724C61-3B93-9BD5-C8A8-59D860960D53}"/>
                </a:ext>
              </a:extLst>
            </p:cNvPr>
            <p:cNvSpPr/>
            <p:nvPr/>
          </p:nvSpPr>
          <p:spPr>
            <a:xfrm>
              <a:off x="7899697" y="2901305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Partida 2</a:t>
              </a:r>
              <a:endParaRPr lang="en-US" dirty="0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1AAFC5BB-3F26-D650-F6D3-47F1CD8156EC}"/>
                </a:ext>
              </a:extLst>
            </p:cNvPr>
            <p:cNvSpPr/>
            <p:nvPr/>
          </p:nvSpPr>
          <p:spPr>
            <a:xfrm>
              <a:off x="7917949" y="3425835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Partida N</a:t>
              </a:r>
              <a:endParaRPr lang="en-US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25C16C6-E398-1B40-602E-42852B7ACAD4}"/>
              </a:ext>
            </a:extLst>
          </p:cNvPr>
          <p:cNvGrpSpPr/>
          <p:nvPr/>
        </p:nvGrpSpPr>
        <p:grpSpPr>
          <a:xfrm>
            <a:off x="3813177" y="1541807"/>
            <a:ext cx="2266122" cy="2097157"/>
            <a:chOff x="7703686" y="1903243"/>
            <a:chExt cx="2266122" cy="209715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7106648-4106-68A9-0B11-2D5F851440F8}"/>
                </a:ext>
              </a:extLst>
            </p:cNvPr>
            <p:cNvSpPr/>
            <p:nvPr/>
          </p:nvSpPr>
          <p:spPr>
            <a:xfrm>
              <a:off x="7703686" y="1903243"/>
              <a:ext cx="2266122" cy="209715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Ordenes de compra</a:t>
              </a:r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n-US" dirty="0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93DC19F-75A9-F8A7-ACFD-8FFFC563BB29}"/>
                </a:ext>
              </a:extLst>
            </p:cNvPr>
            <p:cNvSpPr/>
            <p:nvPr/>
          </p:nvSpPr>
          <p:spPr>
            <a:xfrm>
              <a:off x="7899697" y="2413158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Partida 1</a:t>
              </a:r>
              <a:endParaRPr lang="en-US" dirty="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0566CD5-651E-9CB9-1016-B2E5B74A78CF}"/>
                </a:ext>
              </a:extLst>
            </p:cNvPr>
            <p:cNvSpPr/>
            <p:nvPr/>
          </p:nvSpPr>
          <p:spPr>
            <a:xfrm>
              <a:off x="7899697" y="2901305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Partida 2</a:t>
              </a:r>
              <a:endParaRPr lang="en-US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9495233-B8FF-FB56-E3A6-0A3A6190789C}"/>
                </a:ext>
              </a:extLst>
            </p:cNvPr>
            <p:cNvSpPr/>
            <p:nvPr/>
          </p:nvSpPr>
          <p:spPr>
            <a:xfrm>
              <a:off x="7917949" y="3425835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Partida N</a:t>
              </a:r>
              <a:endParaRPr lang="en-US" dirty="0"/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2899DA5-9BE9-ABFA-FCC8-95D166CB528B}"/>
              </a:ext>
            </a:extLst>
          </p:cNvPr>
          <p:cNvCxnSpPr>
            <a:cxnSpLocks/>
          </p:cNvCxnSpPr>
          <p:nvPr/>
        </p:nvCxnSpPr>
        <p:spPr>
          <a:xfrm>
            <a:off x="2780349" y="2707488"/>
            <a:ext cx="6533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B2BCCC-6DE0-B32C-BC51-629B796E4748}"/>
              </a:ext>
            </a:extLst>
          </p:cNvPr>
          <p:cNvCxnSpPr>
            <a:cxnSpLocks/>
          </p:cNvCxnSpPr>
          <p:nvPr/>
        </p:nvCxnSpPr>
        <p:spPr>
          <a:xfrm>
            <a:off x="6339121" y="2589757"/>
            <a:ext cx="5229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EC96A9E-6EE8-B5C1-06A6-E107467EF5DC}"/>
              </a:ext>
            </a:extLst>
          </p:cNvPr>
          <p:cNvGrpSpPr/>
          <p:nvPr/>
        </p:nvGrpSpPr>
        <p:grpSpPr>
          <a:xfrm>
            <a:off x="7171703" y="1541179"/>
            <a:ext cx="2266122" cy="2097157"/>
            <a:chOff x="7703686" y="1903243"/>
            <a:chExt cx="2266122" cy="209715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6F82060-3944-CF91-A01C-C5DFA8EBEC4E}"/>
                </a:ext>
              </a:extLst>
            </p:cNvPr>
            <p:cNvSpPr/>
            <p:nvPr/>
          </p:nvSpPr>
          <p:spPr>
            <a:xfrm>
              <a:off x="7703686" y="1903243"/>
              <a:ext cx="2266122" cy="209715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Procesos de producción</a:t>
              </a:r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n-US" dirty="0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E22B991-4482-0AAC-6CFF-0BDF0F780A0B}"/>
                </a:ext>
              </a:extLst>
            </p:cNvPr>
            <p:cNvSpPr/>
            <p:nvPr/>
          </p:nvSpPr>
          <p:spPr>
            <a:xfrm>
              <a:off x="7899697" y="2513366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Proceso 1</a:t>
              </a:r>
              <a:endParaRPr lang="en-US" dirty="0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77190236-7914-FCD5-0150-6396876A9B6E}"/>
                </a:ext>
              </a:extLst>
            </p:cNvPr>
            <p:cNvSpPr/>
            <p:nvPr/>
          </p:nvSpPr>
          <p:spPr>
            <a:xfrm>
              <a:off x="7899697" y="3001513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Proceso 2</a:t>
              </a:r>
              <a:endParaRPr lang="en-US" dirty="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376CB8D1-06B3-01EA-8DFD-90DD07DBB35D}"/>
                </a:ext>
              </a:extLst>
            </p:cNvPr>
            <p:cNvSpPr/>
            <p:nvPr/>
          </p:nvSpPr>
          <p:spPr>
            <a:xfrm>
              <a:off x="7917949" y="3488465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Proceso N</a:t>
              </a:r>
              <a:endParaRPr lang="en-US" dirty="0"/>
            </a:p>
          </p:txBody>
        </p:sp>
      </p:grp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66F3417-2668-72F9-A8C3-D2F20B1D6605}"/>
              </a:ext>
            </a:extLst>
          </p:cNvPr>
          <p:cNvSpPr/>
          <p:nvPr/>
        </p:nvSpPr>
        <p:spPr>
          <a:xfrm>
            <a:off x="7171702" y="4350234"/>
            <a:ext cx="2899221" cy="20971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Calidad</a:t>
            </a:r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endParaRPr lang="en-US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CB5433DF-5911-1056-E2B0-40616F45E266}"/>
              </a:ext>
            </a:extLst>
          </p:cNvPr>
          <p:cNvSpPr/>
          <p:nvPr/>
        </p:nvSpPr>
        <p:spPr>
          <a:xfrm>
            <a:off x="7323929" y="4736606"/>
            <a:ext cx="1620458" cy="375782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Inspección</a:t>
            </a:r>
            <a:endParaRPr lang="en-US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5CA0AF8-F0D1-EFA8-9156-C97176620C7B}"/>
              </a:ext>
            </a:extLst>
          </p:cNvPr>
          <p:cNvSpPr/>
          <p:nvPr/>
        </p:nvSpPr>
        <p:spPr>
          <a:xfrm>
            <a:off x="7318413" y="5238405"/>
            <a:ext cx="1625974" cy="375782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Reporte </a:t>
            </a:r>
            <a:r>
              <a:rPr lang="es-MX" dirty="0" err="1"/>
              <a:t>Dim</a:t>
            </a:r>
            <a:r>
              <a:rPr lang="es-MX" dirty="0"/>
              <a:t> 2</a:t>
            </a:r>
            <a:endParaRPr lang="en-US" dirty="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CB79CB2-206D-6962-1805-3DDB2DABB8F6}"/>
              </a:ext>
            </a:extLst>
          </p:cNvPr>
          <p:cNvSpPr/>
          <p:nvPr/>
        </p:nvSpPr>
        <p:spPr>
          <a:xfrm>
            <a:off x="7300694" y="5898701"/>
            <a:ext cx="1186069" cy="42738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Liberación</a:t>
            </a:r>
            <a:endParaRPr lang="en-US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4CB2B4C-A8AE-EF04-7DDF-F473EE08AE10}"/>
              </a:ext>
            </a:extLst>
          </p:cNvPr>
          <p:cNvCxnSpPr>
            <a:cxnSpLocks/>
          </p:cNvCxnSpPr>
          <p:nvPr/>
        </p:nvCxnSpPr>
        <p:spPr>
          <a:xfrm>
            <a:off x="8328330" y="3749506"/>
            <a:ext cx="0" cy="489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312ACAD-9D10-EE25-17FF-99A9A95410E7}"/>
              </a:ext>
            </a:extLst>
          </p:cNvPr>
          <p:cNvGrpSpPr/>
          <p:nvPr/>
        </p:nvGrpSpPr>
        <p:grpSpPr>
          <a:xfrm>
            <a:off x="4080448" y="4401110"/>
            <a:ext cx="2266122" cy="2097157"/>
            <a:chOff x="7703686" y="1903243"/>
            <a:chExt cx="2266122" cy="2097157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57A8B7C6-712E-7B39-D794-B3BC4B1AC79D}"/>
                </a:ext>
              </a:extLst>
            </p:cNvPr>
            <p:cNvSpPr/>
            <p:nvPr/>
          </p:nvSpPr>
          <p:spPr>
            <a:xfrm>
              <a:off x="7703686" y="1903243"/>
              <a:ext cx="2266122" cy="209715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 err="1"/>
                <a:t>Facturacion</a:t>
              </a:r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n-US" dirty="0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783D5EF6-AE3F-7B77-B64B-D11F14B8651D}"/>
                </a:ext>
              </a:extLst>
            </p:cNvPr>
            <p:cNvSpPr/>
            <p:nvPr/>
          </p:nvSpPr>
          <p:spPr>
            <a:xfrm>
              <a:off x="7899697" y="2513366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total</a:t>
              </a:r>
              <a:endParaRPr lang="en-US" dirty="0"/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B7685FD2-D50F-95E9-4EC9-6FDB7E93BFAC}"/>
                </a:ext>
              </a:extLst>
            </p:cNvPr>
            <p:cNvSpPr/>
            <p:nvPr/>
          </p:nvSpPr>
          <p:spPr>
            <a:xfrm>
              <a:off x="7899697" y="3001513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O parcial </a:t>
              </a:r>
              <a:endParaRPr lang="en-US" dirty="0"/>
            </a:p>
          </p:txBody>
        </p:sp>
      </p:grp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5F0FAC1C-1FEE-B267-3F8F-AA8B5CB25B09}"/>
              </a:ext>
            </a:extLst>
          </p:cNvPr>
          <p:cNvSpPr/>
          <p:nvPr/>
        </p:nvSpPr>
        <p:spPr>
          <a:xfrm>
            <a:off x="8716080" y="5857464"/>
            <a:ext cx="1125526" cy="49888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Rechazo</a:t>
            </a:r>
            <a:endParaRPr lang="en-US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29F89EC-1880-EDE2-8ED3-C66BD72D46FD}"/>
              </a:ext>
            </a:extLst>
          </p:cNvPr>
          <p:cNvCxnSpPr>
            <a:cxnSpLocks/>
          </p:cNvCxnSpPr>
          <p:nvPr/>
        </p:nvCxnSpPr>
        <p:spPr>
          <a:xfrm flipH="1" flipV="1">
            <a:off x="6475344" y="5398812"/>
            <a:ext cx="57109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0E0AAAD-8F62-784B-A310-0258A1C8D652}"/>
              </a:ext>
            </a:extLst>
          </p:cNvPr>
          <p:cNvGrpSpPr/>
          <p:nvPr/>
        </p:nvGrpSpPr>
        <p:grpSpPr>
          <a:xfrm>
            <a:off x="801163" y="4350233"/>
            <a:ext cx="2743200" cy="2097157"/>
            <a:chOff x="7703686" y="1903243"/>
            <a:chExt cx="2266122" cy="2097157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340519E0-01DD-EB10-C576-D58EBCC29616}"/>
                </a:ext>
              </a:extLst>
            </p:cNvPr>
            <p:cNvSpPr/>
            <p:nvPr/>
          </p:nvSpPr>
          <p:spPr>
            <a:xfrm>
              <a:off x="7703686" y="1903243"/>
              <a:ext cx="2266122" cy="209715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 err="1"/>
                <a:t>Logistica</a:t>
              </a:r>
              <a:r>
                <a:rPr lang="es-MX" dirty="0"/>
                <a:t> de embarque</a:t>
              </a:r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s-MX" dirty="0"/>
            </a:p>
            <a:p>
              <a:pPr algn="ctr"/>
              <a:endParaRPr lang="en-US" dirty="0"/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55A9D99F-E559-1320-F387-E2521ED36A1A}"/>
                </a:ext>
              </a:extLst>
            </p:cNvPr>
            <p:cNvSpPr/>
            <p:nvPr/>
          </p:nvSpPr>
          <p:spPr>
            <a:xfrm>
              <a:off x="7899697" y="2413158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Partida 1</a:t>
              </a:r>
              <a:endParaRPr lang="en-US" dirty="0"/>
            </a:p>
          </p:txBody>
        </p: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BFA44636-98F5-ACB2-53E1-F1FBD99FCB93}"/>
                </a:ext>
              </a:extLst>
            </p:cNvPr>
            <p:cNvSpPr/>
            <p:nvPr/>
          </p:nvSpPr>
          <p:spPr>
            <a:xfrm>
              <a:off x="7899697" y="2901305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Partida 2</a:t>
              </a:r>
              <a:endParaRPr lang="en-US" dirty="0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2955A881-E446-B034-0AE8-EBE3147F8180}"/>
                </a:ext>
              </a:extLst>
            </p:cNvPr>
            <p:cNvSpPr/>
            <p:nvPr/>
          </p:nvSpPr>
          <p:spPr>
            <a:xfrm>
              <a:off x="7917949" y="3425835"/>
              <a:ext cx="1186069" cy="427384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Partida N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13700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11893</TotalTime>
  <Words>216</Words>
  <Application>Microsoft Office PowerPoint</Application>
  <PresentationFormat>Panorámica</PresentationFormat>
  <Paragraphs>141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francisco Manuel Rincon Vargas</dc:creator>
  <cp:lastModifiedBy>francisco Manuel Rincon Vargas</cp:lastModifiedBy>
  <cp:revision>19</cp:revision>
  <dcterms:created xsi:type="dcterms:W3CDTF">2023-02-15T00:28:24Z</dcterms:created>
  <dcterms:modified xsi:type="dcterms:W3CDTF">2026-08-10T23:58:19Z</dcterms:modified>
</cp:coreProperties>
</file>